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3"/>
  </p:notesMasterIdLst>
  <p:sldIdLst>
    <p:sldId id="258" r:id="rId2"/>
    <p:sldId id="269" r:id="rId3"/>
    <p:sldId id="335" r:id="rId4"/>
    <p:sldId id="259" r:id="rId5"/>
    <p:sldId id="336" r:id="rId6"/>
    <p:sldId id="337" r:id="rId7"/>
    <p:sldId id="338" r:id="rId8"/>
    <p:sldId id="339" r:id="rId9"/>
    <p:sldId id="340" r:id="rId10"/>
    <p:sldId id="341" r:id="rId11"/>
    <p:sldId id="342" r:id="rId12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87" d="100"/>
          <a:sy n="87" d="100"/>
        </p:scale>
        <p:origin x="60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2026-03-01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6792-832E-13FA-94BC-7ACEE22F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16441A-2C0D-A261-B3C1-D8F2246E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21E873-B002-D055-8458-EB40E83D9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0073A-DE3E-052D-1B07-084635D8C4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449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1EF1-E9DF-8DD8-6BD7-C8A34CB1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111B76-D485-1E66-9285-3C6CA801F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9C60FE-910F-FE1F-EBB4-4A99E1F3A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627192-1C93-BADE-3D34-02904F58F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474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52332-AAF9-4FC3-27D4-FF387BB51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2EC88A-24FD-3F5A-F762-347726538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FB67B0-C1D0-FE4B-D478-FD17D37F2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984D97-01B7-B86F-9FFA-852F30D9A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1. </a:t>
            </a:r>
            <a:r>
              <a:rPr lang="ko-KR" altLang="en-US" b="1" dirty="0">
                <a:solidFill>
                  <a:srgbClr val="0000FF"/>
                </a:solidFill>
              </a:rPr>
              <a:t>파이썬 문법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1. </a:t>
            </a:r>
            <a:r>
              <a:rPr lang="ko-KR" altLang="en-US" sz="3200" dirty="0" err="1"/>
              <a:t>하얀칸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https://www.acmicpc.net/problem/1100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체스판은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8×8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크기이고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검정 칸과 하얀 칸이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번갈아가면서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 색칠되어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가장 왼쪽 위칸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(0,0)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은 하얀색이다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체스판의 상태가 주어졌을 때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하얀 칸 위에 말이 몇 개 있는지 출력하는 프로그램을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299450-9973-519C-B3CC-7B9A11CCD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755458"/>
            <a:ext cx="7668344" cy="35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 ACM</a:t>
            </a:r>
            <a:r>
              <a:rPr lang="ko-KR" altLang="en-US" sz="3200" dirty="0"/>
              <a:t>호텔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https://www.acmicpc.net/problem/10250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손님들은 호텔 정문으로부터 걸어서 가장 짧은 거리에 있는 방을 선호한다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호텔 정문으로부터 걷는 거리가 가장 짧도록 방을 배정하는 프로그램을 작성하고자 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/>
              <a:t>손님은 엘리베이터를 타고 이동하는 거리는 신경 쓰지 않는다</a:t>
            </a:r>
            <a:r>
              <a:rPr lang="en-US" altLang="ko-KR" sz="1800" dirty="0"/>
              <a:t>. </a:t>
            </a:r>
            <a:r>
              <a:rPr lang="ko-KR" altLang="en-US" sz="1800" dirty="0"/>
              <a:t>다만 걷는 거리가 같을 때에는 아래층의 방을 더 선호한다</a:t>
            </a:r>
            <a:r>
              <a:rPr lang="en-US" altLang="ko-KR" sz="1800" dirty="0"/>
              <a:t>. </a:t>
            </a:r>
            <a:r>
              <a:rPr lang="ko-KR" altLang="en-US" sz="1800" dirty="0"/>
              <a:t>예를 들면 </a:t>
            </a:r>
            <a:r>
              <a:rPr lang="en-US" altLang="ko-KR" sz="1800" dirty="0"/>
              <a:t>102 </a:t>
            </a:r>
            <a:r>
              <a:rPr lang="ko-KR" altLang="en-US" sz="1800" dirty="0"/>
              <a:t>호 방보다는 </a:t>
            </a:r>
            <a:r>
              <a:rPr lang="en-US" altLang="ko-KR" sz="1800" dirty="0"/>
              <a:t>301 </a:t>
            </a:r>
            <a:r>
              <a:rPr lang="ko-KR" altLang="en-US" sz="1800" dirty="0"/>
              <a:t>호 방을 더 선호한다</a:t>
            </a:r>
            <a:r>
              <a:rPr lang="en-US" altLang="ko-KR" sz="1800" dirty="0"/>
              <a:t>.</a:t>
            </a:r>
          </a:p>
          <a:p>
            <a:pPr algn="just"/>
            <a:r>
              <a:rPr lang="ko-KR" altLang="en-US" sz="1800" dirty="0"/>
              <a:t>초기에 모든 방이 </a:t>
            </a:r>
            <a:r>
              <a:rPr lang="ko-KR" altLang="en-US" sz="1800" dirty="0" err="1"/>
              <a:t>비어있다고</a:t>
            </a:r>
            <a:r>
              <a:rPr lang="ko-KR" altLang="en-US" sz="1800" dirty="0"/>
              <a:t> 가정하에 이 정책에 따라 </a:t>
            </a:r>
            <a:r>
              <a:rPr lang="en-US" altLang="ko-KR" sz="1800" dirty="0"/>
              <a:t>N </a:t>
            </a:r>
            <a:r>
              <a:rPr lang="ko-KR" altLang="en-US" sz="1800" dirty="0" err="1"/>
              <a:t>번째로</a:t>
            </a:r>
            <a:r>
              <a:rPr lang="ko-KR" altLang="en-US" sz="1800" dirty="0"/>
              <a:t> 도착한 손님에게 배정될 방 번호를 계산하는 프로그램이다</a:t>
            </a:r>
            <a:r>
              <a:rPr lang="en-US" altLang="ko-KR" sz="1800" dirty="0"/>
              <a:t>. 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97717DD-F3CC-A96A-254D-1310788B3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19" y="3674542"/>
            <a:ext cx="4558175" cy="299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4D1F8-E42C-6DA2-6354-AC27B0498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CB53C-AC11-3DEF-DCA3-48F321FB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3. </a:t>
            </a:r>
            <a:r>
              <a:rPr lang="ko-KR" altLang="en-US" sz="3200" dirty="0" err="1"/>
              <a:t>오셀로</a:t>
            </a:r>
            <a:r>
              <a:rPr lang="ko-KR" altLang="en-US" sz="3200" dirty="0"/>
              <a:t> 재배치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https://www.acmicpc.net/problem/13413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6667B7-AE75-ED9B-33A7-29E8838EA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초기 상태의 말과 목표 상태의 말이 주어질 때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목표 상태에 도달할 수 있는 최소 횟수를 구하는 프로그램을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179AFA-5CB9-D6EF-0879-0B1FF389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108E21-D4E1-5CE2-0B47-85369D8C3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276872"/>
            <a:ext cx="7668344" cy="287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870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4. </a:t>
            </a:r>
            <a:r>
              <a:rPr lang="ko-KR" altLang="en-US" sz="3200" dirty="0"/>
              <a:t>문자열 폭발 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http://210.93.60.51/problem/0079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문자열이 폭발 문자열을 포함하고 있는 경우에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모든 폭발 문자열이 폭발하게 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남은 문자열을 순서대로 이어 붙여 새로운 문자열을 만든다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새로 생긴 문자열에 폭발 문자열이 포함되어 있을 수도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폭발은 폭발 문자열이 문자열에 없을 때까지 계속된다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42297D-EB5D-2636-D04A-C928B093B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068960"/>
            <a:ext cx="7056784" cy="361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A5642-9742-DB2E-8596-D53A2226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479E0-32A8-8019-C1E5-6961CFAA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 err="1"/>
              <a:t>십자말</a:t>
            </a:r>
            <a:r>
              <a:rPr lang="ko-KR" altLang="en-US" sz="3200" dirty="0"/>
              <a:t> 풀이 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http://210.93.60.51/problem/0071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B0224-82D0-B771-1585-7FB1EE082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라는 두 단어가 주어집니다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는 가로로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는 세로로 출력해야 두 단어가 교차합니다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(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즉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정확히 하나의 문자를 공유해야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.).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공유 문자는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에 모두 포함되어야 하며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 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단어에서 공유 문자는 각각 처음 나타나야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예를 들어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 = "ABBA"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및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 = "CCBB"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라는 단어가 주어지면 아래와 같이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4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줄을 출력해야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829A30-A769-2181-FA67-4E42B50C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A159890-D6BF-9F50-21F7-5E79C6C11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738999"/>
            <a:ext cx="2016224" cy="2870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405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6. </a:t>
            </a:r>
            <a:r>
              <a:rPr lang="ko-KR" altLang="en-US" sz="3200" dirty="0"/>
              <a:t>다트게임</a:t>
            </a:r>
            <a:r>
              <a:rPr lang="en-US" altLang="ko-KR" sz="3200" dirty="0"/>
              <a:t>(Programmers) </a:t>
            </a:r>
            <a:br>
              <a:rPr lang="en-US" altLang="ko-KR" sz="3200" dirty="0"/>
            </a:br>
            <a:r>
              <a:rPr lang="en-US" altLang="ko-KR" sz="2000" dirty="0"/>
              <a:t>https://school.programmers.co.kr/learn/courses/30/lessons/17682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016B6D-0C0F-157F-09D2-AC5521FD1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6999"/>
            <a:ext cx="6475" cy="553998"/>
          </a:xfrm>
          <a:prstGeom prst="rect">
            <a:avLst/>
          </a:prstGeom>
          <a:solidFill>
            <a:srgbClr val="202B3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6348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79C9345-21DA-32CD-7689-AAE69EFFE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2" y="1200767"/>
            <a:ext cx="8604448" cy="51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07BCB-D3AB-9CCD-7CE7-F76BD951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8ECF1-4E97-A15A-DAD8-0ABE3CAA9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6. </a:t>
            </a:r>
            <a:r>
              <a:rPr lang="ko-KR" altLang="en-US" sz="3200" dirty="0"/>
              <a:t>다트게임</a:t>
            </a:r>
            <a:r>
              <a:rPr lang="en-US" altLang="ko-KR" sz="3200" dirty="0"/>
              <a:t>(Programmers) </a:t>
            </a:r>
            <a:br>
              <a:rPr lang="en-US" altLang="ko-KR" sz="3200" dirty="0"/>
            </a:br>
            <a:r>
              <a:rPr lang="en-US" altLang="ko-KR" sz="2000" dirty="0"/>
              <a:t>https://school.programmers.co.kr/learn/courses/30/lessons/17682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6AC801-CA8F-FDB6-09CD-DD51D86F4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BCE4BB-1BED-535C-060B-7F090E6BA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6999"/>
            <a:ext cx="6475" cy="553998"/>
          </a:xfrm>
          <a:prstGeom prst="rect">
            <a:avLst/>
          </a:prstGeom>
          <a:solidFill>
            <a:srgbClr val="202B3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6348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973BE8-FD4D-5DE7-AA00-F938C1239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268760"/>
            <a:ext cx="7488832" cy="517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14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4466</TotalTime>
  <Words>478</Words>
  <Application>Microsoft Office PowerPoint</Application>
  <PresentationFormat>화면 슬라이드 쇼(4:3)</PresentationFormat>
  <Paragraphs>51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굴림</vt:lpstr>
      <vt:lpstr>맑은 고딕</vt:lpstr>
      <vt:lpstr>맑은 고딕</vt:lpstr>
      <vt:lpstr>Arial</vt:lpstr>
      <vt:lpstr>Open Sans</vt:lpstr>
      <vt:lpstr>Office 테마</vt:lpstr>
      <vt:lpstr>숙제1. 파이썬 문법</vt:lpstr>
      <vt:lpstr>백준 온라인저지  https://www.acmicpc.net/</vt:lpstr>
      <vt:lpstr>TUKorea 온라인저지  http://210.93.60.51/</vt:lpstr>
      <vt:lpstr>Programmers https://school.programmers.co.kr/</vt:lpstr>
      <vt:lpstr>1. 하얀칸(백준) https://www.acmicpc.net/problem/1100</vt:lpstr>
      <vt:lpstr>2. ACM호텔(백준) https://www.acmicpc.net/problem/10250</vt:lpstr>
      <vt:lpstr>3. 오셀로 재배치(백준) https://www.acmicpc.net/problem/13413</vt:lpstr>
      <vt:lpstr>4. 문자열 폭발 (TUKorea)  http://210.93.60.51/problem/0079</vt:lpstr>
      <vt:lpstr>5. 십자말 풀이 (TUKorea)  http://210.93.60.51/problem/0071</vt:lpstr>
      <vt:lpstr>6. 다트게임(Programmers)  https://school.programmers.co.kr/learn/courses/30/lessons/17682</vt:lpstr>
      <vt:lpstr>6. 다트게임(Programmers)  https://school.programmers.co.kr/learn/courses/30/lessons/17682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Youngsik Kim</cp:lastModifiedBy>
  <cp:revision>217</cp:revision>
  <cp:lastPrinted>2023-07-23T09:30:34Z</cp:lastPrinted>
  <dcterms:created xsi:type="dcterms:W3CDTF">2008-03-02T04:39:19Z</dcterms:created>
  <dcterms:modified xsi:type="dcterms:W3CDTF">2026-03-01T02:38:16Z</dcterms:modified>
</cp:coreProperties>
</file>